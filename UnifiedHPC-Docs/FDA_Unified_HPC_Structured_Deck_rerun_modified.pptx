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9311" r:id="rId4"/>
  </p:sldMasterIdLst>
  <p:notesMasterIdLst>
    <p:notesMasterId r:id="rId17"/>
  </p:notesMasterIdLst>
  <p:sldIdLst>
    <p:sldId id="441" r:id="rId5"/>
    <p:sldId id="442" r:id="rId6"/>
    <p:sldId id="443" r:id="rId7"/>
    <p:sldId id="444" r:id="rId8"/>
    <p:sldId id="445" r:id="rId9"/>
    <p:sldId id="446" r:id="rId10"/>
    <p:sldId id="447" r:id="rId11"/>
    <p:sldId id="448" r:id="rId12"/>
    <p:sldId id="449" r:id="rId13"/>
    <p:sldId id="450" r:id="rId14"/>
  </p:sldIdLst>
  <p:sldSz cx="9144000" cy="5143500" type="screen16x9"/>
  <p:notesSz cx="7010400" cy="9296400"/>
  <p:defaultTextStyle>
    <a:defPPr>
      <a:defRPr lang="en-US"/>
    </a:defPPr>
    <a:lvl1pPr algn="l" rtl="0" fontAlgn="base">
      <a:spcBef>
        <a:spcPct val="0"/>
      </a:spcBef>
      <a:spcAft>
        <a:spcPct val="0"/>
      </a:spcAft>
      <a:defRPr kern="1200">
        <a:solidFill>
          <a:schemeClr val="tx1"/>
        </a:solidFill>
        <a:latin typeface="Arial" charset="0"/>
        <a:ea typeface="ï¼­ï¼³ ï¼°ã‚´ã‚·ãƒƒã‚¯" charset="-128"/>
        <a:cs typeface="+mn-cs"/>
      </a:defRPr>
    </a:lvl1pPr>
    <a:lvl2pPr marL="455613" indent="1588" algn="l" rtl="0" fontAlgn="base">
      <a:spcBef>
        <a:spcPct val="0"/>
      </a:spcBef>
      <a:spcAft>
        <a:spcPct val="0"/>
      </a:spcAft>
      <a:defRPr kern="1200">
        <a:solidFill>
          <a:schemeClr val="tx1"/>
        </a:solidFill>
        <a:latin typeface="Arial" charset="0"/>
        <a:ea typeface="ï¼­ï¼³ ï¼°ã‚´ã‚·ãƒƒã‚¯" charset="-128"/>
        <a:cs typeface="+mn-cs"/>
      </a:defRPr>
    </a:lvl2pPr>
    <a:lvl3pPr marL="911225" indent="3175" algn="l" rtl="0" fontAlgn="base">
      <a:spcBef>
        <a:spcPct val="0"/>
      </a:spcBef>
      <a:spcAft>
        <a:spcPct val="0"/>
      </a:spcAft>
      <a:defRPr kern="1200">
        <a:solidFill>
          <a:schemeClr val="tx1"/>
        </a:solidFill>
        <a:latin typeface="Arial" charset="0"/>
        <a:ea typeface="ï¼­ï¼³ ï¼°ã‚´ã‚·ãƒƒã‚¯" charset="-128"/>
        <a:cs typeface="+mn-cs"/>
      </a:defRPr>
    </a:lvl3pPr>
    <a:lvl4pPr marL="1366838" indent="4763" algn="l" rtl="0" fontAlgn="base">
      <a:spcBef>
        <a:spcPct val="0"/>
      </a:spcBef>
      <a:spcAft>
        <a:spcPct val="0"/>
      </a:spcAft>
      <a:defRPr kern="1200">
        <a:solidFill>
          <a:schemeClr val="tx1"/>
        </a:solidFill>
        <a:latin typeface="Arial" charset="0"/>
        <a:ea typeface="ï¼­ï¼³ ï¼°ã‚´ã‚·ãƒƒã‚¯" charset="-128"/>
        <a:cs typeface="+mn-cs"/>
      </a:defRPr>
    </a:lvl4pPr>
    <a:lvl5pPr marL="1822450" indent="6350" algn="l" rtl="0" fontAlgn="base">
      <a:spcBef>
        <a:spcPct val="0"/>
      </a:spcBef>
      <a:spcAft>
        <a:spcPct val="0"/>
      </a:spcAft>
      <a:defRPr kern="1200">
        <a:solidFill>
          <a:schemeClr val="tx1"/>
        </a:solidFill>
        <a:latin typeface="Arial" charset="0"/>
        <a:ea typeface="ï¼­ï¼³ ï¼°ã‚´ã‚·ãƒƒã‚¯" charset="-128"/>
        <a:cs typeface="+mn-cs"/>
      </a:defRPr>
    </a:lvl5pPr>
    <a:lvl6pPr marL="2286000" algn="l" defTabSz="914400" rtl="0" eaLnBrk="1" latinLnBrk="0" hangingPunct="1">
      <a:defRPr kern="1200">
        <a:solidFill>
          <a:schemeClr val="tx1"/>
        </a:solidFill>
        <a:latin typeface="Arial" charset="0"/>
        <a:ea typeface="ï¼­ï¼³ ï¼°ã‚´ã‚·ãƒƒã‚¯" charset="-128"/>
        <a:cs typeface="+mn-cs"/>
      </a:defRPr>
    </a:lvl6pPr>
    <a:lvl7pPr marL="2743200" algn="l" defTabSz="914400" rtl="0" eaLnBrk="1" latinLnBrk="0" hangingPunct="1">
      <a:defRPr kern="1200">
        <a:solidFill>
          <a:schemeClr val="tx1"/>
        </a:solidFill>
        <a:latin typeface="Arial" charset="0"/>
        <a:ea typeface="ï¼­ï¼³ ï¼°ã‚´ã‚·ãƒƒã‚¯" charset="-128"/>
        <a:cs typeface="+mn-cs"/>
      </a:defRPr>
    </a:lvl7pPr>
    <a:lvl8pPr marL="3200400" algn="l" defTabSz="914400" rtl="0" eaLnBrk="1" latinLnBrk="0" hangingPunct="1">
      <a:defRPr kern="1200">
        <a:solidFill>
          <a:schemeClr val="tx1"/>
        </a:solidFill>
        <a:latin typeface="Arial" charset="0"/>
        <a:ea typeface="ï¼­ï¼³ ï¼°ã‚´ã‚·ãƒƒã‚¯" charset="-128"/>
        <a:cs typeface="+mn-cs"/>
      </a:defRPr>
    </a:lvl8pPr>
    <a:lvl9pPr marL="3657600" algn="l" defTabSz="914400" rtl="0" eaLnBrk="1" latinLnBrk="0" hangingPunct="1">
      <a:defRPr kern="1200">
        <a:solidFill>
          <a:schemeClr val="tx1"/>
        </a:solidFill>
        <a:latin typeface="Arial" charset="0"/>
        <a:ea typeface="ï¼­ï¼³ ï¼°ã‚´ã‚·ãƒƒã‚¯"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FFFF"/>
    <a:srgbClr val="CCFFFF"/>
    <a:srgbClr val="0000FF"/>
    <a:srgbClr val="CC0000"/>
    <a:srgbClr val="FFFF00"/>
    <a:srgbClr val="CCFFCC"/>
    <a:srgbClr val="E5FEFF"/>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20DE4D-A061-4406-AA73-9EF7E16272C8}" v="33" dt="2025-01-08T15:02:33.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hafi, Michelle" userId="dbca3345-24fd-47d3-89a0-16e2f3fcc580" providerId="ADAL" clId="{8E20DE4D-A061-4406-AA73-9EF7E16272C8}"/>
    <pc:docChg chg="undo custSel modSld">
      <pc:chgData name="Saghafi, Michelle" userId="dbca3345-24fd-47d3-89a0-16e2f3fcc580" providerId="ADAL" clId="{8E20DE4D-A061-4406-AA73-9EF7E16272C8}" dt="2025-01-08T15:02:33.759" v="32" actId="2711"/>
      <pc:docMkLst>
        <pc:docMk/>
      </pc:docMkLst>
      <pc:sldChg chg="modSp mod">
        <pc:chgData name="Saghafi, Michelle" userId="dbca3345-24fd-47d3-89a0-16e2f3fcc580" providerId="ADAL" clId="{8E20DE4D-A061-4406-AA73-9EF7E16272C8}" dt="2025-01-08T15:00:28.123" v="3" actId="2711"/>
        <pc:sldMkLst>
          <pc:docMk/>
          <pc:sldMk cId="3146773255" sldId="441"/>
        </pc:sldMkLst>
        <pc:spChg chg="mod">
          <ac:chgData name="Saghafi, Michelle" userId="dbca3345-24fd-47d3-89a0-16e2f3fcc580" providerId="ADAL" clId="{8E20DE4D-A061-4406-AA73-9EF7E16272C8}" dt="2025-01-08T15:00:28.123" v="3" actId="2711"/>
          <ac:spMkLst>
            <pc:docMk/>
            <pc:sldMk cId="3146773255" sldId="441"/>
            <ac:spMk id="3" creationId="{00000000-0000-0000-0000-000000000000}"/>
          </ac:spMkLst>
        </pc:spChg>
      </pc:sldChg>
      <pc:sldChg chg="modSp mod">
        <pc:chgData name="Saghafi, Michelle" userId="dbca3345-24fd-47d3-89a0-16e2f3fcc580" providerId="ADAL" clId="{8E20DE4D-A061-4406-AA73-9EF7E16272C8}" dt="2025-01-08T15:00:37.187" v="4" actId="2711"/>
        <pc:sldMkLst>
          <pc:docMk/>
          <pc:sldMk cId="3978946616" sldId="442"/>
        </pc:sldMkLst>
        <pc:spChg chg="mod">
          <ac:chgData name="Saghafi, Michelle" userId="dbca3345-24fd-47d3-89a0-16e2f3fcc580" providerId="ADAL" clId="{8E20DE4D-A061-4406-AA73-9EF7E16272C8}" dt="2025-01-08T15:00:37.187" v="4" actId="2711"/>
          <ac:spMkLst>
            <pc:docMk/>
            <pc:sldMk cId="3978946616" sldId="442"/>
            <ac:spMk id="9" creationId="{00000000-0000-0000-0000-000000000000}"/>
          </ac:spMkLst>
        </pc:spChg>
        <pc:spChg chg="mod">
          <ac:chgData name="Saghafi, Michelle" userId="dbca3345-24fd-47d3-89a0-16e2f3fcc580" providerId="ADAL" clId="{8E20DE4D-A061-4406-AA73-9EF7E16272C8}" dt="2025-01-08T15:00:05.111" v="1" actId="2711"/>
          <ac:spMkLst>
            <pc:docMk/>
            <pc:sldMk cId="3978946616" sldId="442"/>
            <ac:spMk id="10" creationId="{00000000-0000-0000-0000-000000000000}"/>
          </ac:spMkLst>
        </pc:spChg>
      </pc:sldChg>
      <pc:sldChg chg="modSp mod">
        <pc:chgData name="Saghafi, Michelle" userId="dbca3345-24fd-47d3-89a0-16e2f3fcc580" providerId="ADAL" clId="{8E20DE4D-A061-4406-AA73-9EF7E16272C8}" dt="2025-01-08T15:00:20.490" v="2" actId="2711"/>
        <pc:sldMkLst>
          <pc:docMk/>
          <pc:sldMk cId="3494640542" sldId="443"/>
        </pc:sldMkLst>
        <pc:spChg chg="mod">
          <ac:chgData name="Saghafi, Michelle" userId="dbca3345-24fd-47d3-89a0-16e2f3fcc580" providerId="ADAL" clId="{8E20DE4D-A061-4406-AA73-9EF7E16272C8}" dt="2025-01-08T15:00:20.490" v="2" actId="2711"/>
          <ac:spMkLst>
            <pc:docMk/>
            <pc:sldMk cId="3494640542" sldId="443"/>
            <ac:spMk id="2" creationId="{00000000-0000-0000-0000-000000000000}"/>
          </ac:spMkLst>
        </pc:spChg>
        <pc:spChg chg="mod">
          <ac:chgData name="Saghafi, Michelle" userId="dbca3345-24fd-47d3-89a0-16e2f3fcc580" providerId="ADAL" clId="{8E20DE4D-A061-4406-AA73-9EF7E16272C8}" dt="2025-01-08T14:59:56.720" v="0" actId="2711"/>
          <ac:spMkLst>
            <pc:docMk/>
            <pc:sldMk cId="3494640542" sldId="443"/>
            <ac:spMk id="3" creationId="{00000000-0000-0000-0000-000000000000}"/>
          </ac:spMkLst>
        </pc:spChg>
      </pc:sldChg>
      <pc:sldChg chg="modSp mod">
        <pc:chgData name="Saghafi, Michelle" userId="dbca3345-24fd-47d3-89a0-16e2f3fcc580" providerId="ADAL" clId="{8E20DE4D-A061-4406-AA73-9EF7E16272C8}" dt="2025-01-08T15:01:02.309" v="16" actId="2711"/>
        <pc:sldMkLst>
          <pc:docMk/>
          <pc:sldMk cId="2922974684" sldId="444"/>
        </pc:sldMkLst>
        <pc:spChg chg="mod">
          <ac:chgData name="Saghafi, Michelle" userId="dbca3345-24fd-47d3-89a0-16e2f3fcc580" providerId="ADAL" clId="{8E20DE4D-A061-4406-AA73-9EF7E16272C8}" dt="2025-01-08T15:01:02.309" v="16" actId="2711"/>
          <ac:spMkLst>
            <pc:docMk/>
            <pc:sldMk cId="2922974684" sldId="444"/>
            <ac:spMk id="2" creationId="{00000000-0000-0000-0000-000000000000}"/>
          </ac:spMkLst>
        </pc:spChg>
        <pc:spChg chg="mod">
          <ac:chgData name="Saghafi, Michelle" userId="dbca3345-24fd-47d3-89a0-16e2f3fcc580" providerId="ADAL" clId="{8E20DE4D-A061-4406-AA73-9EF7E16272C8}" dt="2025-01-08T15:00:59.226" v="15" actId="2711"/>
          <ac:spMkLst>
            <pc:docMk/>
            <pc:sldMk cId="2922974684" sldId="444"/>
            <ac:spMk id="3" creationId="{00000000-0000-0000-0000-000000000000}"/>
          </ac:spMkLst>
        </pc:spChg>
      </pc:sldChg>
      <pc:sldChg chg="modSp mod">
        <pc:chgData name="Saghafi, Michelle" userId="dbca3345-24fd-47d3-89a0-16e2f3fcc580" providerId="ADAL" clId="{8E20DE4D-A061-4406-AA73-9EF7E16272C8}" dt="2025-01-08T15:01:14.272" v="19" actId="2711"/>
        <pc:sldMkLst>
          <pc:docMk/>
          <pc:sldMk cId="1154595153" sldId="445"/>
        </pc:sldMkLst>
        <pc:spChg chg="mod">
          <ac:chgData name="Saghafi, Michelle" userId="dbca3345-24fd-47d3-89a0-16e2f3fcc580" providerId="ADAL" clId="{8E20DE4D-A061-4406-AA73-9EF7E16272C8}" dt="2025-01-08T15:01:14.272" v="19" actId="2711"/>
          <ac:spMkLst>
            <pc:docMk/>
            <pc:sldMk cId="1154595153" sldId="445"/>
            <ac:spMk id="2" creationId="{00000000-0000-0000-0000-000000000000}"/>
          </ac:spMkLst>
        </pc:spChg>
        <pc:spChg chg="mod">
          <ac:chgData name="Saghafi, Michelle" userId="dbca3345-24fd-47d3-89a0-16e2f3fcc580" providerId="ADAL" clId="{8E20DE4D-A061-4406-AA73-9EF7E16272C8}" dt="2025-01-08T15:01:08.155" v="17" actId="2711"/>
          <ac:spMkLst>
            <pc:docMk/>
            <pc:sldMk cId="1154595153" sldId="445"/>
            <ac:spMk id="3" creationId="{00000000-0000-0000-0000-000000000000}"/>
          </ac:spMkLst>
        </pc:spChg>
        <pc:spChg chg="mod">
          <ac:chgData name="Saghafi, Michelle" userId="dbca3345-24fd-47d3-89a0-16e2f3fcc580" providerId="ADAL" clId="{8E20DE4D-A061-4406-AA73-9EF7E16272C8}" dt="2025-01-08T15:01:11.429" v="18" actId="2711"/>
          <ac:spMkLst>
            <pc:docMk/>
            <pc:sldMk cId="1154595153" sldId="445"/>
            <ac:spMk id="4" creationId="{00000000-0000-0000-0000-000000000000}"/>
          </ac:spMkLst>
        </pc:spChg>
      </pc:sldChg>
      <pc:sldChg chg="modSp mod">
        <pc:chgData name="Saghafi, Michelle" userId="dbca3345-24fd-47d3-89a0-16e2f3fcc580" providerId="ADAL" clId="{8E20DE4D-A061-4406-AA73-9EF7E16272C8}" dt="2025-01-08T15:01:29.933" v="22" actId="2711"/>
        <pc:sldMkLst>
          <pc:docMk/>
          <pc:sldMk cId="2362086212" sldId="446"/>
        </pc:sldMkLst>
        <pc:spChg chg="mod">
          <ac:chgData name="Saghafi, Michelle" userId="dbca3345-24fd-47d3-89a0-16e2f3fcc580" providerId="ADAL" clId="{8E20DE4D-A061-4406-AA73-9EF7E16272C8}" dt="2025-01-08T15:01:29.933" v="22" actId="2711"/>
          <ac:spMkLst>
            <pc:docMk/>
            <pc:sldMk cId="2362086212" sldId="446"/>
            <ac:spMk id="2" creationId="{00000000-0000-0000-0000-000000000000}"/>
          </ac:spMkLst>
        </pc:spChg>
        <pc:spChg chg="mod">
          <ac:chgData name="Saghafi, Michelle" userId="dbca3345-24fd-47d3-89a0-16e2f3fcc580" providerId="ADAL" clId="{8E20DE4D-A061-4406-AA73-9EF7E16272C8}" dt="2025-01-08T15:01:22.691" v="20" actId="2711"/>
          <ac:spMkLst>
            <pc:docMk/>
            <pc:sldMk cId="2362086212" sldId="446"/>
            <ac:spMk id="4" creationId="{00000000-0000-0000-0000-000000000000}"/>
          </ac:spMkLst>
        </pc:spChg>
        <pc:spChg chg="mod">
          <ac:chgData name="Saghafi, Michelle" userId="dbca3345-24fd-47d3-89a0-16e2f3fcc580" providerId="ADAL" clId="{8E20DE4D-A061-4406-AA73-9EF7E16272C8}" dt="2025-01-08T15:01:26.431" v="21" actId="2711"/>
          <ac:spMkLst>
            <pc:docMk/>
            <pc:sldMk cId="2362086212" sldId="446"/>
            <ac:spMk id="6" creationId="{00000000-0000-0000-0000-000000000000}"/>
          </ac:spMkLst>
        </pc:spChg>
      </pc:sldChg>
      <pc:sldChg chg="modSp mod">
        <pc:chgData name="Saghafi, Michelle" userId="dbca3345-24fd-47d3-89a0-16e2f3fcc580" providerId="ADAL" clId="{8E20DE4D-A061-4406-AA73-9EF7E16272C8}" dt="2025-01-08T15:01:46.155" v="23" actId="2711"/>
        <pc:sldMkLst>
          <pc:docMk/>
          <pc:sldMk cId="1784727546" sldId="447"/>
        </pc:sldMkLst>
        <pc:spChg chg="mod">
          <ac:chgData name="Saghafi, Michelle" userId="dbca3345-24fd-47d3-89a0-16e2f3fcc580" providerId="ADAL" clId="{8E20DE4D-A061-4406-AA73-9EF7E16272C8}" dt="2025-01-08T15:01:46.155" v="23" actId="2711"/>
          <ac:spMkLst>
            <pc:docMk/>
            <pc:sldMk cId="1784727546" sldId="447"/>
            <ac:spMk id="2" creationId="{00000000-0000-0000-0000-000000000000}"/>
          </ac:spMkLst>
        </pc:spChg>
      </pc:sldChg>
      <pc:sldChg chg="modSp mod">
        <pc:chgData name="Saghafi, Michelle" userId="dbca3345-24fd-47d3-89a0-16e2f3fcc580" providerId="ADAL" clId="{8E20DE4D-A061-4406-AA73-9EF7E16272C8}" dt="2025-01-08T15:02:01.390" v="26" actId="2711"/>
        <pc:sldMkLst>
          <pc:docMk/>
          <pc:sldMk cId="3076458385" sldId="448"/>
        </pc:sldMkLst>
        <pc:spChg chg="mod">
          <ac:chgData name="Saghafi, Michelle" userId="dbca3345-24fd-47d3-89a0-16e2f3fcc580" providerId="ADAL" clId="{8E20DE4D-A061-4406-AA73-9EF7E16272C8}" dt="2025-01-08T15:01:52.826" v="24" actId="2711"/>
          <ac:spMkLst>
            <pc:docMk/>
            <pc:sldMk cId="3076458385" sldId="448"/>
            <ac:spMk id="2" creationId="{00000000-0000-0000-0000-000000000000}"/>
          </ac:spMkLst>
        </pc:spChg>
        <pc:spChg chg="mod">
          <ac:chgData name="Saghafi, Michelle" userId="dbca3345-24fd-47d3-89a0-16e2f3fcc580" providerId="ADAL" clId="{8E20DE4D-A061-4406-AA73-9EF7E16272C8}" dt="2025-01-08T15:02:01.390" v="26" actId="2711"/>
          <ac:spMkLst>
            <pc:docMk/>
            <pc:sldMk cId="3076458385" sldId="448"/>
            <ac:spMk id="3" creationId="{00000000-0000-0000-0000-000000000000}"/>
          </ac:spMkLst>
        </pc:spChg>
        <pc:spChg chg="mod">
          <ac:chgData name="Saghafi, Michelle" userId="dbca3345-24fd-47d3-89a0-16e2f3fcc580" providerId="ADAL" clId="{8E20DE4D-A061-4406-AA73-9EF7E16272C8}" dt="2025-01-08T15:01:57.390" v="25" actId="2711"/>
          <ac:spMkLst>
            <pc:docMk/>
            <pc:sldMk cId="3076458385" sldId="448"/>
            <ac:spMk id="4" creationId="{00000000-0000-0000-0000-000000000000}"/>
          </ac:spMkLst>
        </pc:spChg>
      </pc:sldChg>
      <pc:sldChg chg="modSp mod">
        <pc:chgData name="Saghafi, Michelle" userId="dbca3345-24fd-47d3-89a0-16e2f3fcc580" providerId="ADAL" clId="{8E20DE4D-A061-4406-AA73-9EF7E16272C8}" dt="2025-01-08T15:02:11.442" v="28" actId="2711"/>
        <pc:sldMkLst>
          <pc:docMk/>
          <pc:sldMk cId="2989278102" sldId="449"/>
        </pc:sldMkLst>
        <pc:spChg chg="mod">
          <ac:chgData name="Saghafi, Michelle" userId="dbca3345-24fd-47d3-89a0-16e2f3fcc580" providerId="ADAL" clId="{8E20DE4D-A061-4406-AA73-9EF7E16272C8}" dt="2025-01-08T15:02:07.656" v="27" actId="2711"/>
          <ac:spMkLst>
            <pc:docMk/>
            <pc:sldMk cId="2989278102" sldId="449"/>
            <ac:spMk id="2" creationId="{00000000-0000-0000-0000-000000000000}"/>
          </ac:spMkLst>
        </pc:spChg>
        <pc:spChg chg="mod">
          <ac:chgData name="Saghafi, Michelle" userId="dbca3345-24fd-47d3-89a0-16e2f3fcc580" providerId="ADAL" clId="{8E20DE4D-A061-4406-AA73-9EF7E16272C8}" dt="2025-01-08T15:02:11.442" v="28" actId="2711"/>
          <ac:spMkLst>
            <pc:docMk/>
            <pc:sldMk cId="2989278102" sldId="449"/>
            <ac:spMk id="4" creationId="{00000000-0000-0000-0000-000000000000}"/>
          </ac:spMkLst>
        </pc:spChg>
      </pc:sldChg>
      <pc:sldChg chg="modSp mod">
        <pc:chgData name="Saghafi, Michelle" userId="dbca3345-24fd-47d3-89a0-16e2f3fcc580" providerId="ADAL" clId="{8E20DE4D-A061-4406-AA73-9EF7E16272C8}" dt="2025-01-08T15:02:22.898" v="30" actId="2711"/>
        <pc:sldMkLst>
          <pc:docMk/>
          <pc:sldMk cId="3050136752" sldId="450"/>
        </pc:sldMkLst>
        <pc:spChg chg="mod">
          <ac:chgData name="Saghafi, Michelle" userId="dbca3345-24fd-47d3-89a0-16e2f3fcc580" providerId="ADAL" clId="{8E20DE4D-A061-4406-AA73-9EF7E16272C8}" dt="2025-01-08T15:02:17.637" v="29" actId="2711"/>
          <ac:spMkLst>
            <pc:docMk/>
            <pc:sldMk cId="3050136752" sldId="450"/>
            <ac:spMk id="2" creationId="{00000000-0000-0000-0000-000000000000}"/>
          </ac:spMkLst>
        </pc:spChg>
        <pc:spChg chg="mod">
          <ac:chgData name="Saghafi, Michelle" userId="dbca3345-24fd-47d3-89a0-16e2f3fcc580" providerId="ADAL" clId="{8E20DE4D-A061-4406-AA73-9EF7E16272C8}" dt="2025-01-08T15:02:22.898" v="30" actId="2711"/>
          <ac:spMkLst>
            <pc:docMk/>
            <pc:sldMk cId="3050136752" sldId="450"/>
            <ac:spMk id="3" creationId="{00000000-0000-0000-0000-000000000000}"/>
          </ac:spMkLst>
        </pc:spChg>
      </pc:sldChg>
      <pc:sldChg chg="modSp mod">
        <pc:chgData name="Saghafi, Michelle" userId="dbca3345-24fd-47d3-89a0-16e2f3fcc580" providerId="ADAL" clId="{8E20DE4D-A061-4406-AA73-9EF7E16272C8}" dt="2025-01-08T15:02:33.759" v="32" actId="2711"/>
        <pc:sldMkLst>
          <pc:docMk/>
          <pc:sldMk cId="3808317243" sldId="451"/>
        </pc:sldMkLst>
        <pc:spChg chg="mod">
          <ac:chgData name="Saghafi, Michelle" userId="dbca3345-24fd-47d3-89a0-16e2f3fcc580" providerId="ADAL" clId="{8E20DE4D-A061-4406-AA73-9EF7E16272C8}" dt="2025-01-08T15:02:33.759" v="32" actId="2711"/>
          <ac:spMkLst>
            <pc:docMk/>
            <pc:sldMk cId="3808317243" sldId="451"/>
            <ac:spMk id="2" creationId="{00000000-0000-0000-0000-000000000000}"/>
          </ac:spMkLst>
        </pc:spChg>
        <pc:spChg chg="mod">
          <ac:chgData name="Saghafi, Michelle" userId="dbca3345-24fd-47d3-89a0-16e2f3fcc580" providerId="ADAL" clId="{8E20DE4D-A061-4406-AA73-9EF7E16272C8}" dt="2025-01-08T15:02:30.186" v="31" actId="2711"/>
          <ac:spMkLst>
            <pc:docMk/>
            <pc:sldMk cId="3808317243" sldId="45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6888" cy="465138"/>
          </a:xfrm>
          <a:prstGeom prst="rect">
            <a:avLst/>
          </a:prstGeom>
        </p:spPr>
        <p:txBody>
          <a:bodyPr vert="horz" lIns="92099" tIns="46049" rIns="92099" bIns="46049" rtlCol="0"/>
          <a:lstStyle>
            <a:lvl1pPr algn="l">
              <a:defRPr sz="1200">
                <a:latin typeface="Arial" charset="0"/>
                <a:ea typeface="+mn-ea"/>
                <a:cs typeface="Arial" charset="0"/>
              </a:defRPr>
            </a:lvl1pPr>
          </a:lstStyle>
          <a:p>
            <a:pPr>
              <a:defRPr/>
            </a:pPr>
            <a:endParaRPr lang="en-US"/>
          </a:p>
        </p:txBody>
      </p:sp>
      <p:sp>
        <p:nvSpPr>
          <p:cNvPr id="3" name="Date Placeholder 2"/>
          <p:cNvSpPr>
            <a:spLocks noGrp="1"/>
          </p:cNvSpPr>
          <p:nvPr>
            <p:ph type="dt" idx="1"/>
          </p:nvPr>
        </p:nvSpPr>
        <p:spPr>
          <a:xfrm>
            <a:off x="3971925" y="0"/>
            <a:ext cx="3036888" cy="465138"/>
          </a:xfrm>
          <a:prstGeom prst="rect">
            <a:avLst/>
          </a:prstGeom>
        </p:spPr>
        <p:txBody>
          <a:bodyPr vert="horz" wrap="square" lIns="92099" tIns="46049" rIns="92099" bIns="46049" numCol="1" anchor="t" anchorCtr="0" compatLnSpc="1">
            <a:prstTxWarp prst="textNoShape">
              <a:avLst/>
            </a:prstTxWarp>
          </a:bodyPr>
          <a:lstStyle>
            <a:lvl1pPr algn="r">
              <a:defRPr sz="1200">
                <a:latin typeface="Arial" pitchFamily="34" charset="0"/>
                <a:ea typeface="ＭＳ Ｐゴシック" pitchFamily="34" charset="-128"/>
                <a:cs typeface="+mn-cs"/>
              </a:defRPr>
            </a:lvl1pPr>
          </a:lstStyle>
          <a:p>
            <a:pPr>
              <a:defRPr/>
            </a:pPr>
            <a:fld id="{934ACF68-271C-4564-A744-D5DBE95EBD25}" type="datetimeFigureOut">
              <a:rPr lang="en-US"/>
              <a:pPr>
                <a:defRPr/>
              </a:pPr>
              <a:t>1/8/2025</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2099" tIns="46049" rIns="92099" bIns="4604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2099" tIns="46049" rIns="92099" bIns="4604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6888" cy="465138"/>
          </a:xfrm>
          <a:prstGeom prst="rect">
            <a:avLst/>
          </a:prstGeom>
        </p:spPr>
        <p:txBody>
          <a:bodyPr vert="horz" lIns="92099" tIns="46049" rIns="92099" bIns="46049" rtlCol="0" anchor="b"/>
          <a:lstStyle>
            <a:lvl1pPr algn="l">
              <a:defRPr sz="1200">
                <a:latin typeface="Arial"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a:xfrm>
            <a:off x="3971925" y="8829675"/>
            <a:ext cx="3036888" cy="465138"/>
          </a:xfrm>
          <a:prstGeom prst="rect">
            <a:avLst/>
          </a:prstGeom>
        </p:spPr>
        <p:txBody>
          <a:bodyPr vert="horz" wrap="square" lIns="92099" tIns="46049" rIns="92099" bIns="46049" numCol="1" anchor="b" anchorCtr="0" compatLnSpc="1">
            <a:prstTxWarp prst="textNoShape">
              <a:avLst/>
            </a:prstTxWarp>
          </a:bodyPr>
          <a:lstStyle>
            <a:lvl1pPr algn="r">
              <a:defRPr sz="1200">
                <a:latin typeface="Arial" pitchFamily="34" charset="0"/>
                <a:ea typeface="ＭＳ Ｐゴシック" pitchFamily="34" charset="-128"/>
                <a:cs typeface="+mn-cs"/>
              </a:defRPr>
            </a:lvl1pPr>
          </a:lstStyle>
          <a:p>
            <a:pPr>
              <a:defRPr/>
            </a:pPr>
            <a:fld id="{5C95F579-8D91-4C38-A0F6-655015F0B131}" type="slidenum">
              <a:rPr lang="en-US"/>
              <a:pPr>
                <a:defRPr/>
              </a:pPr>
              <a:t>‹#›</a:t>
            </a:fld>
            <a:endParaRPr lang="en-US"/>
          </a:p>
        </p:txBody>
      </p:sp>
    </p:spTree>
    <p:extLst>
      <p:ext uri="{BB962C8B-B14F-4D97-AF65-F5344CB8AC3E}">
        <p14:creationId xmlns:p14="http://schemas.microsoft.com/office/powerpoint/2010/main" val="20158274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5613"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1225"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66838"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245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78126" algn="l" defTabSz="911252" rtl="0" eaLnBrk="1" latinLnBrk="0" hangingPunct="1">
      <a:defRPr sz="1200" kern="1200">
        <a:solidFill>
          <a:schemeClr val="tx1"/>
        </a:solidFill>
        <a:latin typeface="+mn-lt"/>
        <a:ea typeface="+mn-ea"/>
        <a:cs typeface="+mn-cs"/>
      </a:defRPr>
    </a:lvl6pPr>
    <a:lvl7pPr marL="2733752" algn="l" defTabSz="911252" rtl="0" eaLnBrk="1" latinLnBrk="0" hangingPunct="1">
      <a:defRPr sz="1200" kern="1200">
        <a:solidFill>
          <a:schemeClr val="tx1"/>
        </a:solidFill>
        <a:latin typeface="+mn-lt"/>
        <a:ea typeface="+mn-ea"/>
        <a:cs typeface="+mn-cs"/>
      </a:defRPr>
    </a:lvl7pPr>
    <a:lvl8pPr marL="3189380" algn="l" defTabSz="911252" rtl="0" eaLnBrk="1" latinLnBrk="0" hangingPunct="1">
      <a:defRPr sz="1200" kern="1200">
        <a:solidFill>
          <a:schemeClr val="tx1"/>
        </a:solidFill>
        <a:latin typeface="+mn-lt"/>
        <a:ea typeface="+mn-ea"/>
        <a:cs typeface="+mn-cs"/>
      </a:defRPr>
    </a:lvl8pPr>
    <a:lvl9pPr marL="3645004" algn="l" defTabSz="91125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3773606" y="4766445"/>
            <a:ext cx="2133600" cy="273844"/>
          </a:xfrm>
        </p:spPr>
        <p:txBody>
          <a:bodyPr/>
          <a:lstStyle/>
          <a:p>
            <a:pPr>
              <a:defRPr/>
            </a:pPr>
            <a:endParaRPr lang="en-US"/>
          </a:p>
        </p:txBody>
      </p:sp>
      <p:sp>
        <p:nvSpPr>
          <p:cNvPr id="9"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91200" y="285750"/>
            <a:ext cx="3078487" cy="641465"/>
          </a:xfrm>
          <a:prstGeom prst="rect">
            <a:avLst/>
          </a:prstGeom>
        </p:spPr>
      </p:pic>
    </p:spTree>
    <p:extLst>
      <p:ext uri="{BB962C8B-B14F-4D97-AF65-F5344CB8AC3E}">
        <p14:creationId xmlns:p14="http://schemas.microsoft.com/office/powerpoint/2010/main" val="107369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609834" y="4762002"/>
            <a:ext cx="2133600" cy="273844"/>
          </a:xfrm>
        </p:spPr>
        <p:txBody>
          <a:bodyPr/>
          <a:lstStyle/>
          <a:p>
            <a:fld id="{A349544A-F1CD-3844-BFB3-6D230A0137DD}" type="datetimeFigureOut">
              <a:rPr lang="en-US" smtClean="0"/>
              <a:t>1/8/2025</a:t>
            </a:fld>
            <a:endParaRPr lang="en-US"/>
          </a:p>
        </p:txBody>
      </p:sp>
      <p:sp>
        <p:nvSpPr>
          <p:cNvPr id="8"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0" name="TextBox 9"/>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124981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767759"/>
            <a:ext cx="8509103" cy="694515"/>
          </a:xfrm>
        </p:spPr>
        <p:txBody>
          <a:bodyPr/>
          <a:lstStyle/>
          <a:p>
            <a:r>
              <a:rPr lang="en-US"/>
              <a:t>Click to edit Master title style</a:t>
            </a:r>
          </a:p>
        </p:txBody>
      </p:sp>
      <p:sp>
        <p:nvSpPr>
          <p:cNvPr id="3" name="Content Placeholder 2"/>
          <p:cNvSpPr>
            <a:spLocks noGrp="1"/>
          </p:cNvSpPr>
          <p:nvPr>
            <p:ph idx="1"/>
          </p:nvPr>
        </p:nvSpPr>
        <p:spPr>
          <a:xfrm>
            <a:off x="323851" y="1507332"/>
            <a:ext cx="8509103" cy="32145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76650" y="4781550"/>
            <a:ext cx="2133600" cy="273844"/>
          </a:xfrm>
        </p:spPr>
        <p:txBody>
          <a:bodyPr/>
          <a:lstStyle>
            <a:lvl1pPr algn="ctr">
              <a:defRPr/>
            </a:lvl1pPr>
          </a:lstStyle>
          <a:p>
            <a:fld id="{A349544A-F1CD-3844-BFB3-6D230A0137DD}" type="datetimeFigureOut">
              <a:rPr lang="en-US" smtClean="0"/>
              <a:pPr/>
              <a:t>1/8/2025</a:t>
            </a:fld>
            <a:endParaRPr lang="en-US"/>
          </a:p>
        </p:txBody>
      </p:sp>
      <p:sp>
        <p:nvSpPr>
          <p:cNvPr id="5" name="Footer Placeholder 4"/>
          <p:cNvSpPr>
            <a:spLocks noGrp="1"/>
          </p:cNvSpPr>
          <p:nvPr>
            <p:ph type="ftr" sz="quarter" idx="11"/>
          </p:nvPr>
        </p:nvSpPr>
        <p:spPr>
          <a:xfrm>
            <a:off x="24765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9" name="TextBox 8"/>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322954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514307" y="4785252"/>
            <a:ext cx="2133600" cy="273844"/>
          </a:xfrm>
        </p:spPr>
        <p:txBody>
          <a:bodyPr/>
          <a:lstStyle/>
          <a:p>
            <a:fld id="{A349544A-F1CD-3844-BFB3-6D230A0137DD}" type="datetimeFigureOut">
              <a:rPr lang="en-US" smtClean="0"/>
              <a:t>1/8/2025</a:t>
            </a:fld>
            <a:endParaRPr lang="en-US"/>
          </a:p>
        </p:txBody>
      </p:sp>
      <p:sp>
        <p:nvSpPr>
          <p:cNvPr id="9"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1" name="TextBox 10"/>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2181172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3886200" y="4788694"/>
            <a:ext cx="2133600" cy="273844"/>
          </a:xfrm>
        </p:spPr>
        <p:txBody>
          <a:bodyPr/>
          <a:lstStyle/>
          <a:p>
            <a:fld id="{A349544A-F1CD-3844-BFB3-6D230A0137DD}" type="datetimeFigureOut">
              <a:rPr lang="en-US" smtClean="0"/>
              <a:t>1/8/2025</a:t>
            </a:fld>
            <a:endParaRPr lang="en-US"/>
          </a:p>
        </p:txBody>
      </p:sp>
      <p:sp>
        <p:nvSpPr>
          <p:cNvPr id="11"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3" name="TextBox 12"/>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35045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3596185" y="4793812"/>
            <a:ext cx="2133600" cy="273844"/>
          </a:xfrm>
        </p:spPr>
        <p:txBody>
          <a:bodyPr/>
          <a:lstStyle/>
          <a:p>
            <a:fld id="{A349544A-F1CD-3844-BFB3-6D230A0137DD}" type="datetimeFigureOut">
              <a:rPr lang="en-US" smtClean="0"/>
              <a:t>1/8/2025</a:t>
            </a:fld>
            <a:endParaRPr lang="en-US"/>
          </a:p>
        </p:txBody>
      </p:sp>
      <p:sp>
        <p:nvSpPr>
          <p:cNvPr id="7"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9" name="TextBox 8"/>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1950559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65513" y="4762003"/>
            <a:ext cx="2133600" cy="273844"/>
          </a:xfrm>
        </p:spPr>
        <p:txBody>
          <a:bodyPr/>
          <a:lstStyle/>
          <a:p>
            <a:fld id="{A349544A-F1CD-3844-BFB3-6D230A0137DD}" type="datetimeFigureOut">
              <a:rPr lang="en-US" smtClean="0"/>
              <a:t>1/8/2025</a:t>
            </a:fld>
            <a:endParaRPr lang="en-US"/>
          </a:p>
        </p:txBody>
      </p:sp>
      <p:sp>
        <p:nvSpPr>
          <p:cNvPr id="9"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1" name="TextBox 10"/>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850138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719014" y="4788694"/>
            <a:ext cx="2133600" cy="273844"/>
          </a:xfrm>
        </p:spPr>
        <p:txBody>
          <a:bodyPr/>
          <a:lstStyle/>
          <a:p>
            <a:fld id="{A349544A-F1CD-3844-BFB3-6D230A0137DD}" type="datetimeFigureOut">
              <a:rPr lang="en-US" smtClean="0"/>
              <a:t>1/8/2025</a:t>
            </a:fld>
            <a:endParaRPr lang="en-US"/>
          </a:p>
        </p:txBody>
      </p:sp>
      <p:sp>
        <p:nvSpPr>
          <p:cNvPr id="9"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1" name="TextBox 10"/>
          <p:cNvSpPr txBox="1"/>
          <p:nvPr userDrawn="1"/>
        </p:nvSpPr>
        <p:spPr>
          <a:xfrm>
            <a:off x="854798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048" y="133351"/>
            <a:ext cx="636341" cy="761999"/>
          </a:xfrm>
          <a:prstGeom prst="rect">
            <a:avLst/>
          </a:prstGeom>
        </p:spPr>
      </p:pic>
    </p:spTree>
    <p:extLst>
      <p:ext uri="{BB962C8B-B14F-4D97-AF65-F5344CB8AC3E}">
        <p14:creationId xmlns:p14="http://schemas.microsoft.com/office/powerpoint/2010/main" val="425104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5241" y="4767263"/>
            <a:ext cx="2133600" cy="273844"/>
          </a:xfrm>
        </p:spPr>
        <p:txBody>
          <a:bodyPr/>
          <a:lstStyle/>
          <a:p>
            <a:fld id="{A349544A-F1CD-3844-BFB3-6D230A0137DD}" type="datetimeFigureOut">
              <a:rPr lang="en-US" smtClean="0"/>
              <a:t>1/8/2025</a:t>
            </a:fld>
            <a:endParaRPr lang="en-US"/>
          </a:p>
        </p:txBody>
      </p:sp>
      <p:sp>
        <p:nvSpPr>
          <p:cNvPr id="9" name="Footer Placeholder 4"/>
          <p:cNvSpPr>
            <a:spLocks noGrp="1"/>
          </p:cNvSpPr>
          <p:nvPr>
            <p:ph type="ftr" sz="quarter" idx="11"/>
          </p:nvPr>
        </p:nvSpPr>
        <p:spPr>
          <a:xfrm rot="5400000">
            <a:off x="-800022" y="1042755"/>
            <a:ext cx="2171700" cy="365125"/>
          </a:xfrm>
        </p:spPr>
        <p:txBody>
          <a:bodyPr/>
          <a:lstStyle/>
          <a:p>
            <a:pPr algn="l"/>
            <a:r>
              <a:rPr lang="en-US" b="1">
                <a:solidFill>
                  <a:schemeClr val="tx2">
                    <a:lumMod val="60000"/>
                    <a:lumOff val="40000"/>
                  </a:schemeClr>
                </a:solidFill>
                <a:latin typeface="Helvetica"/>
                <a:cs typeface="Helvetica"/>
              </a:rPr>
              <a:t>www.fda.gov</a:t>
            </a:r>
          </a:p>
        </p:txBody>
      </p:sp>
      <p:sp>
        <p:nvSpPr>
          <p:cNvPr id="8" name="TextBox 7"/>
          <p:cNvSpPr txBox="1"/>
          <p:nvPr userDrawn="1"/>
        </p:nvSpPr>
        <p:spPr>
          <a:xfrm rot="5400000">
            <a:off x="117044" y="4747538"/>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216229" y="4186867"/>
            <a:ext cx="636341" cy="761999"/>
          </a:xfrm>
          <a:prstGeom prst="rect">
            <a:avLst/>
          </a:prstGeom>
        </p:spPr>
      </p:pic>
    </p:spTree>
    <p:extLst>
      <p:ext uri="{BB962C8B-B14F-4D97-AF65-F5344CB8AC3E}">
        <p14:creationId xmlns:p14="http://schemas.microsoft.com/office/powerpoint/2010/main" val="63844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00650" y="4765593"/>
            <a:ext cx="2133600" cy="273844"/>
          </a:xfrm>
        </p:spPr>
        <p:txBody>
          <a:bodyPr/>
          <a:lstStyle/>
          <a:p>
            <a:fld id="{A349544A-F1CD-3844-BFB3-6D230A0137DD}" type="datetimeFigureOut">
              <a:rPr lang="en-US" smtClean="0"/>
              <a:t>1/8/2025</a:t>
            </a:fld>
            <a:endParaRPr lang="en-US"/>
          </a:p>
        </p:txBody>
      </p:sp>
      <p:sp>
        <p:nvSpPr>
          <p:cNvPr id="7" name="Footer Placeholder 4"/>
          <p:cNvSpPr>
            <a:spLocks noGrp="1"/>
          </p:cNvSpPr>
          <p:nvPr>
            <p:ph type="ftr" sz="quarter" idx="11"/>
          </p:nvPr>
        </p:nvSpPr>
        <p:spPr>
          <a:xfrm>
            <a:off x="304800" y="4788694"/>
            <a:ext cx="2895600" cy="273844"/>
          </a:xfrm>
        </p:spPr>
        <p:txBody>
          <a:bodyPr/>
          <a:lstStyle/>
          <a:p>
            <a:pPr algn="l"/>
            <a:r>
              <a:rPr lang="en-US" b="1">
                <a:solidFill>
                  <a:schemeClr val="tx2">
                    <a:lumMod val="60000"/>
                    <a:lumOff val="40000"/>
                  </a:schemeClr>
                </a:solidFill>
                <a:latin typeface="Helvetica"/>
                <a:cs typeface="Helvetica"/>
              </a:rPr>
              <a:t>www.fda.gov</a:t>
            </a:r>
          </a:p>
        </p:txBody>
      </p:sp>
      <p:sp>
        <p:nvSpPr>
          <p:cNvPr id="10" name="TextBox 9"/>
          <p:cNvSpPr txBox="1"/>
          <p:nvPr userDrawn="1"/>
        </p:nvSpPr>
        <p:spPr>
          <a:xfrm>
            <a:off x="7162800" y="4807330"/>
            <a:ext cx="372217"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a:solidFill>
                <a:schemeClr val="tx2">
                  <a:lumMod val="60000"/>
                  <a:lumOff val="40000"/>
                </a:schemeClr>
              </a:solidFill>
              <a:latin typeface="Helvetica"/>
              <a:cs typeface="Helvetica"/>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216229" y="4186867"/>
            <a:ext cx="636341" cy="761999"/>
          </a:xfrm>
          <a:prstGeom prst="rect">
            <a:avLst/>
          </a:prstGeom>
        </p:spPr>
      </p:pic>
    </p:spTree>
    <p:extLst>
      <p:ext uri="{BB962C8B-B14F-4D97-AF65-F5344CB8AC3E}">
        <p14:creationId xmlns:p14="http://schemas.microsoft.com/office/powerpoint/2010/main" val="3104323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cSld name="1_Blank">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50273" y="1834838"/>
            <a:ext cx="4207727" cy="876765"/>
          </a:xfrm>
          <a:prstGeom prst="rect">
            <a:avLst/>
          </a:prstGeom>
        </p:spPr>
      </p:pic>
    </p:spTree>
    <p:extLst>
      <p:ext uri="{BB962C8B-B14F-4D97-AF65-F5344CB8AC3E}">
        <p14:creationId xmlns:p14="http://schemas.microsoft.com/office/powerpoint/2010/main" val="609147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C2247A0-0566-4976-A476-FFE498ECC3D7}" type="slidenum">
              <a:rPr lang="en-US" smtClean="0"/>
              <a:pPr>
                <a:defRPr/>
              </a:pPr>
              <a:t>‹#›</a:t>
            </a:fld>
            <a:endParaRPr lang="en-US"/>
          </a:p>
        </p:txBody>
      </p:sp>
    </p:spTree>
    <p:extLst>
      <p:ext uri="{BB962C8B-B14F-4D97-AF65-F5344CB8AC3E}">
        <p14:creationId xmlns:p14="http://schemas.microsoft.com/office/powerpoint/2010/main" val="1105815762"/>
      </p:ext>
    </p:extLst>
  </p:cSld>
  <p:clrMap bg1="lt1" tx1="dk1" bg2="lt2" tx2="dk2" accent1="accent1" accent2="accent2" accent3="accent3" accent4="accent4" accent5="accent5" accent6="accent6" hlink="hlink" folHlink="folHlink"/>
  <p:sldLayoutIdLst>
    <p:sldLayoutId id="2147489312" r:id="rId1"/>
    <p:sldLayoutId id="2147489313" r:id="rId2"/>
    <p:sldLayoutId id="2147489314" r:id="rId3"/>
    <p:sldLayoutId id="2147489315" r:id="rId4"/>
    <p:sldLayoutId id="2147489316" r:id="rId5"/>
    <p:sldLayoutId id="2147489317" r:id="rId6"/>
    <p:sldLayoutId id="2147489318" r:id="rId7"/>
    <p:sldLayoutId id="2147489319" r:id="rId8"/>
    <p:sldLayoutId id="2147489320" r:id="rId9"/>
    <p:sldLayoutId id="2147489321" r:id="rId10"/>
    <p:sldLayoutId id="2147489322"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FDA Unified HPC: A Service-Based, Agency-Wide Model Built on Existing On-Premise Infrastructure</a:t>
            </a:r>
            <a:endParaRPr lang="en-US" sz="2400">
              <a:solidFill>
                <a:srgbClr val="1F4E79"/>
              </a:solidFill>
              <a:latin typeface="Arial"/>
            </a:endParaRPr>
          </a:p>
          <a:p>
            <a:pPr>
              <a:buNone/>
            </a:pPr>
            <a:r>
              <a:rPr lang="en-US" sz="1600" b="0" i="1">
                <a:solidFill>
                  <a:srgbClr val="4F4F4F"/>
                </a:solidFill>
                <a:latin typeface="Arial"/>
              </a:rPr>
              <a:t>Subtitle: Create a unified HPC capability that all FDA centers can use</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Agency-wide shared HPC service</a:t>
            </a:r>
            <a:endParaRPr lang="en-US" sz="1600">
              <a:solidFill>
                <a:srgbClr val="212121"/>
              </a:solidFill>
              <a:latin typeface="Arial"/>
            </a:endParaRPr>
          </a:p>
          <a:p>
            <a:pPr>
              <a:buNone/>
            </a:pPr>
            <a:r>
              <a:rPr lang="en-US" sz="1600" b="0" i="0">
                <a:solidFill>
                  <a:srgbClr val="212121"/>
                </a:solidFill>
                <a:latin typeface="Arial"/>
              </a:rPr>
              <a:t>- Built on existing center infrastructure</a:t>
            </a:r>
            <a:endParaRPr lang="en-US" sz="1600">
              <a:solidFill>
                <a:srgbClr val="212121"/>
              </a:solidFill>
              <a:latin typeface="Arial"/>
            </a:endParaRPr>
          </a:p>
          <a:p>
            <a:pPr>
              <a:buNone/>
            </a:pPr>
            <a:r>
              <a:rPr lang="en-US" sz="1600" b="0" i="0">
                <a:solidFill>
                  <a:srgbClr val="212121"/>
                </a:solidFill>
                <a:latin typeface="Arial"/>
              </a:rPr>
              <a:t>- Supports research, AI, and analytics</a:t>
            </a:r>
            <a:endParaRPr lang="en-US" sz="1600">
              <a:solidFill>
                <a:srgbClr val="212121"/>
              </a:solidFill>
              <a:latin typeface="Arial"/>
            </a:endParaRPr>
          </a:p>
          <a:p>
            <a:pPr>
              <a:buNone/>
            </a:pPr>
            <a:r>
              <a:rPr lang="en-US" sz="1600" b="0" i="0">
                <a:solidFill>
                  <a:srgbClr val="212121"/>
                </a:solidFill>
                <a:latin typeface="Arial"/>
              </a:rPr>
              <a:t>- Improves access and collaboration</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FDA already has meaningful HPC investments across multiple centers. The opportunity is to connect and operationalize those assets as an agency-wide service so scientists can use them more easily and effectively. This is a proposal to unify access and strengthen the value of infrastructure FDA already owns.</a:t>
            </a:r>
            <a:endParaRPr lang="en-US" sz="1500">
              <a:solidFill>
                <a:srgbClr val="333333"/>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FDA Already Has Significant HPC Assets</a:t>
            </a:r>
            <a:endParaRPr lang="en-US" sz="2400">
              <a:solidFill>
                <a:srgbClr val="1F4E79"/>
              </a:solidFill>
              <a:latin typeface="Arial"/>
            </a:endParaRPr>
          </a:p>
          <a:p>
            <a:pPr>
              <a:buNone/>
            </a:pPr>
            <a:r>
              <a:rPr lang="en-US" sz="1600" b="0" i="1">
                <a:solidFill>
                  <a:srgbClr val="4F4F4F"/>
                </a:solidFill>
                <a:latin typeface="Arial"/>
              </a:rPr>
              <a:t>Subtitle: Existing on-premise capacity, GPU resources, and center expertise already exist</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Significant on-premise HPC capacity</a:t>
            </a:r>
            <a:endParaRPr lang="en-US" sz="1600">
              <a:solidFill>
                <a:srgbClr val="212121"/>
              </a:solidFill>
              <a:latin typeface="Arial"/>
            </a:endParaRPr>
          </a:p>
          <a:p>
            <a:pPr>
              <a:buNone/>
            </a:pPr>
            <a:r>
              <a:rPr lang="en-US" sz="1600" b="0" i="0">
                <a:solidFill>
                  <a:srgbClr val="212121"/>
                </a:solidFill>
                <a:latin typeface="Arial"/>
              </a:rPr>
              <a:t>- CPU, GPU, storage, and workflow assets exist today</a:t>
            </a:r>
            <a:endParaRPr lang="en-US" sz="1600">
              <a:solidFill>
                <a:srgbClr val="212121"/>
              </a:solidFill>
              <a:latin typeface="Arial"/>
            </a:endParaRPr>
          </a:p>
          <a:p>
            <a:pPr>
              <a:buNone/>
            </a:pPr>
            <a:r>
              <a:rPr lang="en-US" sz="1600" b="0" i="0">
                <a:solidFill>
                  <a:srgbClr val="212121"/>
                </a:solidFill>
                <a:latin typeface="Arial"/>
              </a:rPr>
              <a:t>- Strong center-specific capabilities already in place</a:t>
            </a:r>
            <a:endParaRPr lang="en-US" sz="1600">
              <a:solidFill>
                <a:srgbClr val="212121"/>
              </a:solidFill>
              <a:latin typeface="Arial"/>
            </a:endParaRPr>
          </a:p>
          <a:p>
            <a:pPr>
              <a:buNone/>
            </a:pPr>
            <a:r>
              <a:rPr lang="en-US" sz="1600" b="0" i="0">
                <a:solidFill>
                  <a:srgbClr val="212121"/>
                </a:solidFill>
                <a:latin typeface="Arial"/>
              </a:rPr>
              <a:t>- Main challenge is fragmentation</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FDA is not starting from zero. Multiple centers have already developed strong HPC environments that support genomics, analytics, AI/ML, and scientific computing. The issue is that those assets are distributed and managed independently, which limits their agency-wide value.</a:t>
            </a:r>
            <a:endParaRPr lang="en-US" sz="1500">
              <a:solidFill>
                <a:srgbClr val="333333"/>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Current State: Powerful but Distributed and Uneven</a:t>
            </a:r>
            <a:endParaRPr lang="en-US" sz="2400">
              <a:solidFill>
                <a:srgbClr val="1F4E79"/>
              </a:solidFill>
              <a:latin typeface="Arial"/>
            </a:endParaRPr>
          </a:p>
          <a:p>
            <a:pPr>
              <a:buNone/>
            </a:pPr>
            <a:r>
              <a:rPr lang="en-US" sz="1600" b="0" i="1">
                <a:solidFill>
                  <a:srgbClr val="4F4F4F"/>
                </a:solidFill>
                <a:latin typeface="Arial"/>
              </a:rPr>
              <a:t>Subtitle: Different environments, tools, and access patterns limit collaboration</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Powerful but distributed environments</a:t>
            </a:r>
            <a:endParaRPr lang="en-US" sz="1600">
              <a:solidFill>
                <a:srgbClr val="212121"/>
              </a:solidFill>
              <a:latin typeface="Arial"/>
            </a:endParaRPr>
          </a:p>
          <a:p>
            <a:pPr>
              <a:buNone/>
            </a:pPr>
            <a:r>
              <a:rPr lang="en-US" sz="1600" b="0" i="0">
                <a:solidFill>
                  <a:srgbClr val="212121"/>
                </a:solidFill>
                <a:latin typeface="Arial"/>
              </a:rPr>
              <a:t>- Different access methods and tools</a:t>
            </a:r>
            <a:endParaRPr lang="en-US" sz="1600">
              <a:solidFill>
                <a:srgbClr val="212121"/>
              </a:solidFill>
              <a:latin typeface="Arial"/>
            </a:endParaRPr>
          </a:p>
          <a:p>
            <a:pPr>
              <a:buNone/>
            </a:pPr>
            <a:r>
              <a:rPr lang="en-US" sz="1600" b="0" i="0">
                <a:solidFill>
                  <a:srgbClr val="212121"/>
                </a:solidFill>
                <a:latin typeface="Arial"/>
              </a:rPr>
              <a:t>- Data often tied to local clusters</a:t>
            </a:r>
            <a:endParaRPr lang="en-US" sz="1600">
              <a:solidFill>
                <a:srgbClr val="212121"/>
              </a:solidFill>
              <a:latin typeface="Arial"/>
            </a:endParaRPr>
          </a:p>
          <a:p>
            <a:pPr>
              <a:buNone/>
            </a:pPr>
            <a:r>
              <a:rPr lang="en-US" sz="1600" b="0" i="0">
                <a:solidFill>
                  <a:srgbClr val="212121"/>
                </a:solidFill>
                <a:latin typeface="Arial"/>
              </a:rPr>
              <a:t>- Uneven user experience across centers</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Each center has built what it needed for its mission, but the result is a patchwork environment. Authentication, workflow tooling, storage patterns, and support models differ from place to place. That makes it harder for scientists to move quickly and harder for FDA to manage capacity as a shared enterprise asset.</a:t>
            </a:r>
            <a:endParaRPr lang="en-US" sz="1500">
              <a:solidFill>
                <a:srgbClr val="333333"/>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Why Siloed HPC Creates Agency-Wide Friction</a:t>
            </a:r>
            <a:endParaRPr lang="en-US" sz="2400">
              <a:solidFill>
                <a:srgbClr val="1F4E79"/>
              </a:solidFill>
              <a:latin typeface="Arial"/>
            </a:endParaRPr>
          </a:p>
          <a:p>
            <a:pPr>
              <a:buNone/>
            </a:pPr>
            <a:r>
              <a:rPr lang="en-US" sz="1600" b="0" i="1">
                <a:solidFill>
                  <a:srgbClr val="4F4F4F"/>
                </a:solidFill>
                <a:latin typeface="Arial"/>
              </a:rPr>
              <a:t>Subtitle: Fragmentation makes access, sharing, and support harder than they should be</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Hard to discover and access available resources</a:t>
            </a:r>
            <a:endParaRPr lang="en-US" sz="1600">
              <a:solidFill>
                <a:srgbClr val="212121"/>
              </a:solidFill>
              <a:latin typeface="Arial"/>
            </a:endParaRPr>
          </a:p>
          <a:p>
            <a:pPr>
              <a:buNone/>
            </a:pPr>
            <a:r>
              <a:rPr lang="en-US" sz="1600" b="0" i="0">
                <a:solidFill>
                  <a:srgbClr val="212121"/>
                </a:solidFill>
                <a:latin typeface="Arial"/>
              </a:rPr>
              <a:t>- Difficult to share data and workloads</a:t>
            </a:r>
            <a:endParaRPr lang="en-US" sz="1600">
              <a:solidFill>
                <a:srgbClr val="212121"/>
              </a:solidFill>
              <a:latin typeface="Arial"/>
            </a:endParaRPr>
          </a:p>
          <a:p>
            <a:pPr>
              <a:buNone/>
            </a:pPr>
            <a:r>
              <a:rPr lang="en-US" sz="1600" b="0" i="0">
                <a:solidFill>
                  <a:srgbClr val="212121"/>
                </a:solidFill>
                <a:latin typeface="Arial"/>
              </a:rPr>
              <a:t>- Duplicate administration and support</a:t>
            </a:r>
            <a:endParaRPr lang="en-US" sz="1600">
              <a:solidFill>
                <a:srgbClr val="212121"/>
              </a:solidFill>
              <a:latin typeface="Arial"/>
            </a:endParaRPr>
          </a:p>
          <a:p>
            <a:pPr>
              <a:buNone/>
            </a:pPr>
            <a:r>
              <a:rPr lang="en-US" sz="1600" b="0" i="0">
                <a:solidFill>
                  <a:srgbClr val="212121"/>
                </a:solidFill>
                <a:latin typeface="Arial"/>
              </a:rPr>
              <a:t>- Idle capacity in one area cannot easily help another</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The siloed model creates both user pain and operational inefficiency. Scientists must navigate local rules and systems, while administrators across centers solve similar problems separately. At the same time, unused capacity in one environment is not easily available to another group that needs it.</a:t>
            </a:r>
            <a:endParaRPr lang="en-US" sz="1500">
              <a:solidFill>
                <a:srgbClr val="333333"/>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Key Problems the Unified HPC Initiative Addresses</a:t>
            </a:r>
            <a:endParaRPr lang="en-US" sz="2400">
              <a:solidFill>
                <a:srgbClr val="1F4E79"/>
              </a:solidFill>
              <a:latin typeface="Arial"/>
            </a:endParaRPr>
          </a:p>
          <a:p>
            <a:pPr>
              <a:buNone/>
            </a:pPr>
            <a:r>
              <a:rPr lang="en-US" sz="1600" b="0" i="1">
                <a:solidFill>
                  <a:srgbClr val="4F4F4F"/>
                </a:solidFill>
                <a:latin typeface="Arial"/>
              </a:rPr>
              <a:t>Subtitle: FDA needs simpler access, shared storage, and better visibility</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No single FDA HPC entry point</a:t>
            </a:r>
            <a:endParaRPr lang="en-US" sz="1600">
              <a:solidFill>
                <a:srgbClr val="212121"/>
              </a:solidFill>
              <a:latin typeface="Arial"/>
            </a:endParaRPr>
          </a:p>
          <a:p>
            <a:pPr>
              <a:buNone/>
            </a:pPr>
            <a:r>
              <a:rPr lang="en-US" sz="1600" b="0" i="0">
                <a:solidFill>
                  <a:srgbClr val="212121"/>
                </a:solidFill>
                <a:latin typeface="Arial"/>
              </a:rPr>
              <a:t>- Limited shared storage and orchestration</a:t>
            </a:r>
            <a:endParaRPr lang="en-US" sz="1600">
              <a:solidFill>
                <a:srgbClr val="212121"/>
              </a:solidFill>
              <a:latin typeface="Arial"/>
            </a:endParaRPr>
          </a:p>
          <a:p>
            <a:pPr>
              <a:buNone/>
            </a:pPr>
            <a:r>
              <a:rPr lang="en-US" sz="1600" b="0" i="0">
                <a:solidFill>
                  <a:srgbClr val="212121"/>
                </a:solidFill>
                <a:latin typeface="Arial"/>
              </a:rPr>
              <a:t>- Inconsistent user experience</a:t>
            </a:r>
            <a:endParaRPr lang="en-US" sz="1600">
              <a:solidFill>
                <a:srgbClr val="212121"/>
              </a:solidFill>
              <a:latin typeface="Arial"/>
            </a:endParaRPr>
          </a:p>
          <a:p>
            <a:pPr>
              <a:buNone/>
            </a:pPr>
            <a:r>
              <a:rPr lang="en-US" sz="1600" b="0" i="0">
                <a:solidFill>
                  <a:srgbClr val="212121"/>
                </a:solidFill>
                <a:latin typeface="Arial"/>
              </a:rPr>
              <a:t>- Limited visibility into utilization and cost</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The initiative is focused on solving a defined set of enterprise problems: access, storage, usability, visibility, and coordination. These are practical issues that affect delivery speed, support burden, and the ability to scale emerging workloads such as AI and advanced analytics.</a:t>
            </a:r>
            <a:endParaRPr lang="en-US" sz="1500">
              <a:solidFill>
                <a:srgbClr val="333333"/>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Unified HPC Is a Shared-Service Model, Not a Forced Consolidation</a:t>
            </a:r>
            <a:endParaRPr lang="en-US" sz="2400">
              <a:solidFill>
                <a:srgbClr val="1F4E79"/>
              </a:solidFill>
              <a:latin typeface="Arial"/>
            </a:endParaRPr>
          </a:p>
          <a:p>
            <a:pPr>
              <a:buNone/>
            </a:pPr>
            <a:r>
              <a:rPr lang="en-US" sz="1600" b="0" i="1">
                <a:solidFill>
                  <a:srgbClr val="4F4F4F"/>
                </a:solidFill>
                <a:latin typeface="Arial"/>
              </a:rPr>
              <a:t>Subtitle: Centers retain local systems while FDA adds a common service layer</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Shared service, not forced consolidation</a:t>
            </a:r>
            <a:endParaRPr lang="en-US" sz="1600">
              <a:solidFill>
                <a:srgbClr val="212121"/>
              </a:solidFill>
              <a:latin typeface="Arial"/>
            </a:endParaRPr>
          </a:p>
          <a:p>
            <a:pPr>
              <a:buNone/>
            </a:pPr>
            <a:r>
              <a:rPr lang="en-US" sz="1600" b="0" i="0">
                <a:solidFill>
                  <a:srgbClr val="212121"/>
                </a:solidFill>
                <a:latin typeface="Arial"/>
              </a:rPr>
              <a:t>- Centers retain local systems and expertise</a:t>
            </a:r>
            <a:endParaRPr lang="en-US" sz="1600">
              <a:solidFill>
                <a:srgbClr val="212121"/>
              </a:solidFill>
              <a:latin typeface="Arial"/>
            </a:endParaRPr>
          </a:p>
          <a:p>
            <a:pPr>
              <a:buNone/>
            </a:pPr>
            <a:r>
              <a:rPr lang="en-US" sz="1600" b="0" i="0">
                <a:solidFill>
                  <a:srgbClr val="212121"/>
                </a:solidFill>
                <a:latin typeface="Arial"/>
              </a:rPr>
              <a:t>- FDA adds a common service layer</a:t>
            </a:r>
            <a:endParaRPr lang="en-US" sz="1600">
              <a:solidFill>
                <a:srgbClr val="212121"/>
              </a:solidFill>
              <a:latin typeface="Arial"/>
            </a:endParaRPr>
          </a:p>
          <a:p>
            <a:pPr>
              <a:buNone/>
            </a:pPr>
            <a:r>
              <a:rPr lang="en-US" sz="1600" b="0" i="0">
                <a:solidFill>
                  <a:srgbClr val="212121"/>
                </a:solidFill>
                <a:latin typeface="Arial"/>
              </a:rPr>
              <a:t>- Scientists gain broader resource access</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Unified HPC does not mean taking away center-owned systems. It means introducing a common operating model that makes those systems work better together. The emphasis is on interoperability, agency-wide discoverability, and shared services while preserving local mission ownership.</a:t>
            </a:r>
            <a:endParaRPr lang="en-US" sz="1500">
              <a:solidFill>
                <a:srgbClr val="333333"/>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How We Unify HPC Using Current Infrastructure</a:t>
            </a:r>
            <a:endParaRPr lang="en-US" sz="2400">
              <a:solidFill>
                <a:srgbClr val="1F4E79"/>
              </a:solidFill>
              <a:latin typeface="Arial"/>
            </a:endParaRPr>
          </a:p>
          <a:p>
            <a:pPr>
              <a:buNone/>
            </a:pPr>
            <a:r>
              <a:rPr lang="en-US" sz="1600" b="0" i="1">
                <a:solidFill>
                  <a:srgbClr val="4F4F4F"/>
                </a:solidFill>
                <a:latin typeface="Arial"/>
              </a:rPr>
              <a:t>Subtitle: Connect existing clusters, start with shared storage, and add common access</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Connect existing on-premise clusters</a:t>
            </a:r>
            <a:endParaRPr lang="en-US" sz="1600">
              <a:solidFill>
                <a:srgbClr val="212121"/>
              </a:solidFill>
              <a:latin typeface="Arial"/>
            </a:endParaRPr>
          </a:p>
          <a:p>
            <a:pPr>
              <a:buNone/>
            </a:pPr>
            <a:r>
              <a:rPr lang="en-US" sz="1600" b="0" i="0">
                <a:solidFill>
                  <a:srgbClr val="212121"/>
                </a:solidFill>
                <a:latin typeface="Arial"/>
              </a:rPr>
              <a:t>- Start with shared storage</a:t>
            </a:r>
            <a:endParaRPr lang="en-US" sz="1600">
              <a:solidFill>
                <a:srgbClr val="212121"/>
              </a:solidFill>
              <a:latin typeface="Arial"/>
            </a:endParaRPr>
          </a:p>
          <a:p>
            <a:pPr>
              <a:buNone/>
            </a:pPr>
            <a:r>
              <a:rPr lang="en-US" sz="1600" b="0" i="0">
                <a:solidFill>
                  <a:srgbClr val="212121"/>
                </a:solidFill>
                <a:latin typeface="Arial"/>
              </a:rPr>
              <a:t>- Add common portal and workflows</a:t>
            </a:r>
            <a:endParaRPr lang="en-US" sz="1600">
              <a:solidFill>
                <a:srgbClr val="212121"/>
              </a:solidFill>
              <a:latin typeface="Arial"/>
            </a:endParaRPr>
          </a:p>
          <a:p>
            <a:pPr>
              <a:buNone/>
            </a:pPr>
            <a:r>
              <a:rPr lang="en-US" sz="1600" b="0" i="0">
                <a:solidFill>
                  <a:srgbClr val="212121"/>
                </a:solidFill>
                <a:latin typeface="Arial"/>
              </a:rPr>
              <a:t>- Support current schedulers and tools</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The implementation path should begin with the infrastructure pieces that unlock the most value early. Shared storage is the first critical step because it enables collaboration and workload mobility. A common portal, workflow patterns, and identity-aware access can then make the environment usable at scale without forcing immediate redesign of every local system.</a:t>
            </a:r>
            <a:endParaRPr lang="en-US" sz="1500">
              <a:solidFill>
                <a:srgbClr val="333333"/>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What a Unified FDA HPC Service Should Provide</a:t>
            </a:r>
            <a:endParaRPr lang="en-US" sz="2400">
              <a:solidFill>
                <a:srgbClr val="1F4E79"/>
              </a:solidFill>
              <a:latin typeface="Arial"/>
            </a:endParaRPr>
          </a:p>
          <a:p>
            <a:pPr>
              <a:buNone/>
            </a:pPr>
            <a:r>
              <a:rPr lang="en-US" sz="1600" b="0" i="1">
                <a:solidFill>
                  <a:srgbClr val="4F4F4F"/>
                </a:solidFill>
                <a:latin typeface="Arial"/>
              </a:rPr>
              <a:t>Subtitle: Single access, shared storage, workflows, accounting, and guided interfaces</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Uses what FDA already owns</a:t>
            </a:r>
            <a:endParaRPr lang="en-US" sz="1600">
              <a:solidFill>
                <a:srgbClr val="212121"/>
              </a:solidFill>
              <a:latin typeface="Arial"/>
            </a:endParaRPr>
          </a:p>
          <a:p>
            <a:pPr>
              <a:buNone/>
            </a:pPr>
            <a:r>
              <a:rPr lang="en-US" sz="1600" b="0" i="0">
                <a:solidFill>
                  <a:srgbClr val="212121"/>
                </a:solidFill>
                <a:latin typeface="Arial"/>
              </a:rPr>
              <a:t>- Lowers barriers for scientists</a:t>
            </a:r>
            <a:endParaRPr lang="en-US" sz="1600">
              <a:solidFill>
                <a:srgbClr val="212121"/>
              </a:solidFill>
              <a:latin typeface="Arial"/>
            </a:endParaRPr>
          </a:p>
          <a:p>
            <a:pPr>
              <a:buNone/>
            </a:pPr>
            <a:r>
              <a:rPr lang="en-US" sz="1600" b="0" i="0">
                <a:solidFill>
                  <a:srgbClr val="212121"/>
                </a:solidFill>
                <a:latin typeface="Arial"/>
              </a:rPr>
              <a:t>- Improves utilization before new purchases</a:t>
            </a:r>
            <a:endParaRPr lang="en-US" sz="1600">
              <a:solidFill>
                <a:srgbClr val="212121"/>
              </a:solidFill>
              <a:latin typeface="Arial"/>
            </a:endParaRPr>
          </a:p>
          <a:p>
            <a:pPr>
              <a:buNone/>
            </a:pPr>
            <a:r>
              <a:rPr lang="en-US" sz="1600" b="0" i="0">
                <a:solidFill>
                  <a:srgbClr val="212121"/>
                </a:solidFill>
                <a:latin typeface="Arial"/>
              </a:rPr>
              <a:t>- Supports selective cloud bursting when justified</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This is a pragmatic strategy. It improves return on existing investments first, instead of leading with a large rebuild or broad cloud migration. Cloud can still play a role, but in a targeted way for surge demand or specialized workloads where it provides clear value.</a:t>
            </a:r>
            <a:endParaRPr lang="en-US" sz="1500">
              <a:solidFill>
                <a:srgbClr val="333333"/>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Benefits of a Unified Service-Based HPC Model</a:t>
            </a:r>
            <a:endParaRPr lang="en-US" sz="2400">
              <a:solidFill>
                <a:srgbClr val="1F4E79"/>
              </a:solidFill>
              <a:latin typeface="Arial"/>
            </a:endParaRPr>
          </a:p>
          <a:p>
            <a:pPr>
              <a:buNone/>
            </a:pPr>
            <a:r>
              <a:rPr lang="en-US" sz="1600" b="0" i="1">
                <a:solidFill>
                  <a:srgbClr val="4F4F4F"/>
                </a:solidFill>
                <a:latin typeface="Arial"/>
              </a:rPr>
              <a:t>Subtitle: Faster science, better utilization, and stronger collaboration</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Faster time to science</a:t>
            </a:r>
            <a:endParaRPr lang="en-US" sz="1600">
              <a:solidFill>
                <a:srgbClr val="212121"/>
              </a:solidFill>
              <a:latin typeface="Arial"/>
            </a:endParaRPr>
          </a:p>
          <a:p>
            <a:pPr>
              <a:buNone/>
            </a:pPr>
            <a:r>
              <a:rPr lang="en-US" sz="1600" b="0" i="0">
                <a:solidFill>
                  <a:srgbClr val="212121"/>
                </a:solidFill>
                <a:latin typeface="Arial"/>
              </a:rPr>
              <a:t>- Better collaboration across centers</a:t>
            </a:r>
            <a:endParaRPr lang="en-US" sz="1600">
              <a:solidFill>
                <a:srgbClr val="212121"/>
              </a:solidFill>
              <a:latin typeface="Arial"/>
            </a:endParaRPr>
          </a:p>
          <a:p>
            <a:pPr>
              <a:buNone/>
            </a:pPr>
            <a:r>
              <a:rPr lang="en-US" sz="1600" b="0" i="0">
                <a:solidFill>
                  <a:srgbClr val="212121"/>
                </a:solidFill>
                <a:latin typeface="Arial"/>
              </a:rPr>
              <a:t>- Lower duplication of effort</a:t>
            </a:r>
            <a:endParaRPr lang="en-US" sz="1600">
              <a:solidFill>
                <a:srgbClr val="212121"/>
              </a:solidFill>
              <a:latin typeface="Arial"/>
            </a:endParaRPr>
          </a:p>
          <a:p>
            <a:pPr>
              <a:buNone/>
            </a:pPr>
            <a:r>
              <a:rPr lang="en-US" sz="1600" b="0" i="0">
                <a:solidFill>
                  <a:srgbClr val="212121"/>
                </a:solidFill>
                <a:latin typeface="Arial"/>
              </a:rPr>
              <a:t>- Stronger AI and analytics foundation</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The benefits are both operational and strategic. Users get simpler access and faster movement from data to results. FDA gets better visibility, more flexible use of existing assets, and a stronger base for future computational needs, especially in AI, advanced analytics, and shared mission services.</a:t>
            </a:r>
            <a:endParaRPr lang="en-US" sz="1500">
              <a:solidFill>
                <a:srgbClr val="333333"/>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ntentBox"/>
          <p:cNvSpPr txBox="1"/>
          <p:nvPr/>
        </p:nvSpPr>
        <p:spPr>
          <a:xfrm>
            <a:off x="457200" y="304800"/>
            <a:ext cx="8229600" cy="4419600"/>
          </a:xfrm>
          <a:prstGeom prst="rect">
            <a:avLst/>
          </a:prstGeom>
          <a:noFill/>
        </p:spPr>
        <p:txBody>
          <a:bodyPr wrap="square">
            <a:spAutoFit/>
          </a:bodyPr>
          <a:lstStyle/>
          <a:p>
            <a:pPr>
              <a:buNone/>
            </a:pPr>
            <a:r>
              <a:rPr lang="en-US" sz="2400" b="1" i="0">
                <a:solidFill>
                  <a:srgbClr val="1F4E79"/>
                </a:solidFill>
                <a:latin typeface="Arial"/>
              </a:rPr>
              <a:t>Title: Recommended Path Forward</a:t>
            </a:r>
            <a:endParaRPr lang="en-US" sz="2400">
              <a:solidFill>
                <a:srgbClr val="1F4E79"/>
              </a:solidFill>
              <a:latin typeface="Arial"/>
            </a:endParaRPr>
          </a:p>
          <a:p>
            <a:pPr>
              <a:buNone/>
            </a:pPr>
            <a:r>
              <a:rPr lang="en-US" sz="1600" b="0" i="1">
                <a:solidFill>
                  <a:srgbClr val="4F4F4F"/>
                </a:solidFill>
                <a:latin typeface="Arial"/>
              </a:rPr>
              <a:t>Subtitle: Launch a focused pilot and scale based on results</a:t>
            </a:r>
            <a:endParaRPr lang="en-US" sz="1600">
              <a:solidFill>
                <a:srgbClr val="4F4F4F"/>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Bullets:</a:t>
            </a:r>
            <a:endParaRPr lang="en-US" sz="1800">
              <a:solidFill>
                <a:srgbClr val="1F4E79"/>
              </a:solidFill>
              <a:latin typeface="Arial"/>
            </a:endParaRPr>
          </a:p>
          <a:p>
            <a:pPr>
              <a:buNone/>
            </a:pPr>
            <a:r>
              <a:rPr lang="en-US" sz="1600" b="0" i="0">
                <a:solidFill>
                  <a:srgbClr val="212121"/>
                </a:solidFill>
                <a:latin typeface="Arial"/>
              </a:rPr>
              <a:t>- Approve a focused pilot</a:t>
            </a:r>
            <a:endParaRPr lang="en-US" sz="1600">
              <a:solidFill>
                <a:srgbClr val="212121"/>
              </a:solidFill>
              <a:latin typeface="Arial"/>
            </a:endParaRPr>
          </a:p>
          <a:p>
            <a:pPr>
              <a:buNone/>
            </a:pPr>
            <a:r>
              <a:rPr lang="en-US" sz="1600" b="0" i="0">
                <a:solidFill>
                  <a:srgbClr val="212121"/>
                </a:solidFill>
                <a:latin typeface="Arial"/>
              </a:rPr>
              <a:t>- Begin with shared storage and common access</a:t>
            </a:r>
            <a:endParaRPr lang="en-US" sz="1600">
              <a:solidFill>
                <a:srgbClr val="212121"/>
              </a:solidFill>
              <a:latin typeface="Arial"/>
            </a:endParaRPr>
          </a:p>
          <a:p>
            <a:pPr>
              <a:buNone/>
            </a:pPr>
            <a:r>
              <a:rPr lang="en-US" sz="1600" b="0" i="0">
                <a:solidFill>
                  <a:srgbClr val="212121"/>
                </a:solidFill>
                <a:latin typeface="Arial"/>
              </a:rPr>
              <a:t>- Include 2-3 representative clusters</a:t>
            </a:r>
            <a:endParaRPr lang="en-US" sz="1600">
              <a:solidFill>
                <a:srgbClr val="212121"/>
              </a:solidFill>
              <a:latin typeface="Arial"/>
            </a:endParaRPr>
          </a:p>
          <a:p>
            <a:pPr>
              <a:buNone/>
            </a:pPr>
            <a:r>
              <a:rPr lang="en-US" sz="1600" b="0" i="0">
                <a:solidFill>
                  <a:srgbClr val="212121"/>
                </a:solidFill>
                <a:latin typeface="Arial"/>
              </a:rPr>
              <a:t>- Use results to guide phased expansion</a:t>
            </a:r>
            <a:endParaRPr lang="en-US" sz="1600">
              <a:solidFill>
                <a:srgbClr val="212121"/>
              </a:solidFill>
              <a:latin typeface="Arial"/>
            </a:endParaRPr>
          </a:p>
          <a:p>
            <a:pPr>
              <a:buNone/>
            </a:pPr>
            <a:endParaRPr lang="en-US" sz="1200">
              <a:solidFill>
                <a:srgbClr val="212121"/>
              </a:solidFill>
              <a:latin typeface="Arial"/>
            </a:endParaRPr>
          </a:p>
          <a:p>
            <a:pPr>
              <a:buNone/>
            </a:pPr>
            <a:r>
              <a:rPr lang="en-US" sz="1800" b="1" i="0">
                <a:solidFill>
                  <a:srgbClr val="1F4E79"/>
                </a:solidFill>
                <a:latin typeface="Arial"/>
              </a:rPr>
              <a:t>Speaker Notes:</a:t>
            </a:r>
            <a:endParaRPr lang="en-US" sz="1800">
              <a:solidFill>
                <a:srgbClr val="1F4E79"/>
              </a:solidFill>
              <a:latin typeface="Arial"/>
            </a:endParaRPr>
          </a:p>
          <a:p>
            <a:pPr>
              <a:buNone/>
            </a:pPr>
            <a:r>
              <a:rPr lang="en-US" sz="1500" b="0" i="0">
                <a:solidFill>
                  <a:srgbClr val="333333"/>
                </a:solidFill>
                <a:latin typeface="Arial"/>
              </a:rPr>
              <a:t>The best next step is a focused pilot that proves the concept in FDA's real environment. That pilot should validate usability, security, cost visibility, and workload portability. If successful, it provides the evidence and operating model needed for phased expansion across the agency.</a:t>
            </a:r>
            <a:endParaRPr lang="en-US" sz="1500">
              <a:solidFill>
                <a:srgbClr val="333333"/>
              </a:solidFill>
              <a:latin typeface="Arial"/>
            </a:endParaRPr>
          </a:p>
        </p:txBody>
      </p:sp>
    </p:spTree>
  </p:cSld>
  <p:clrMapOvr>
    <a:masterClrMapping/>
  </p:clrMapOvr>
</p:sld>
</file>

<file path=ppt/theme/theme1.xml><?xml version="1.0" encoding="utf-8"?>
<a:theme xmlns:a="http://schemas.openxmlformats.org/drawingml/2006/main" name="ppt1DB1.tmp">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3b743dd-490c-4ce8-909f-8ca9390af63e">
      <Terms xmlns="http://schemas.microsoft.com/office/infopath/2007/PartnerControls"/>
    </lcf76f155ced4ddcb4097134ff3c332f>
    <TaxCatchAll xmlns="20867c8d-1cc9-4acd-a073-94634f6a764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70D6BBF2E1644A8865B69F43CAEC07" ma:contentTypeVersion="14" ma:contentTypeDescription="Create a new document." ma:contentTypeScope="" ma:versionID="ac6fcceb50eb88107d448b763435efce">
  <xsd:schema xmlns:xsd="http://www.w3.org/2001/XMLSchema" xmlns:xs="http://www.w3.org/2001/XMLSchema" xmlns:p="http://schemas.microsoft.com/office/2006/metadata/properties" xmlns:ns2="f3b743dd-490c-4ce8-909f-8ca9390af63e" xmlns:ns3="97020f62-d699-43c4-bf49-e304984b84cf" xmlns:ns4="20867c8d-1cc9-4acd-a073-94634f6a764f" targetNamespace="http://schemas.microsoft.com/office/2006/metadata/properties" ma:root="true" ma:fieldsID="0154c5881f3d6adf3ea5930e53a04993" ns2:_="" ns3:_="" ns4:_="">
    <xsd:import namespace="f3b743dd-490c-4ce8-909f-8ca9390af63e"/>
    <xsd:import namespace="97020f62-d699-43c4-bf49-e304984b84cf"/>
    <xsd:import namespace="20867c8d-1cc9-4acd-a073-94634f6a764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4:TaxCatchAll" minOccurs="0"/>
                <xsd:element ref="ns2:MediaServiceDateTaken" minOccurs="0"/>
                <xsd:element ref="ns2:MediaServiceOCR" minOccurs="0"/>
                <xsd:element ref="ns2:MediaServiceGenerationTime" minOccurs="0"/>
                <xsd:element ref="ns2:MediaServiceEventHashCode"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b743dd-490c-4ce8-909f-8ca9390af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cf906e-e933-44a8-8421-1c91ada6f12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020f62-d699-43c4-bf49-e304984b84c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0867c8d-1cc9-4acd-a073-94634f6a764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478b58f-e6f1-4350-932a-4990099ecabb}" ma:internalName="TaxCatchAll" ma:showField="CatchAllData" ma:web="97020f62-d699-43c4-bf49-e304984b84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A61307-3CBC-4B7E-B64D-B3E640DA53BA}">
  <ds:schemaRefs>
    <ds:schemaRef ds:uri="20867c8d-1cc9-4acd-a073-94634f6a764f"/>
    <ds:schemaRef ds:uri="97020f62-d699-43c4-bf49-e304984b84cf"/>
    <ds:schemaRef ds:uri="f3b743dd-490c-4ce8-909f-8ca9390af6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56FFFD8-C84E-41B0-B649-3E2D63D3D1B8}">
  <ds:schemaRefs>
    <ds:schemaRef ds:uri="20867c8d-1cc9-4acd-a073-94634f6a764f"/>
    <ds:schemaRef ds:uri="97020f62-d699-43c4-bf49-e304984b84cf"/>
    <ds:schemaRef ds:uri="f3b743dd-490c-4ce8-909f-8ca9390af6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F1EE5E5-B910-4429-9D0B-BA19521E7E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TC102455519[[fn=Winter]]</Template>
  <Application>Microsoft Office PowerPoint</Application>
  <PresentationFormat>On-screen Show (16:9)</PresentationFormat>
  <Slides>10</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ppt1DB1.tmp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 FDA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NCTR</dc:creator>
  <cp:revision>1</cp:revision>
  <cp:lastPrinted>2013-06-18T15:33:48Z</cp:lastPrinted>
  <dcterms:created xsi:type="dcterms:W3CDTF">2012-09-06T19:53:40Z</dcterms:created>
  <dcterms:modified xsi:type="dcterms:W3CDTF">2025-01-08T15:02:38Z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0x010100AB70D6BBF2E1644A8865B69F43CAEC07</vt:lpwstr>
  </property>
  <property fmtid="{D5CDD505-2E9C-101B-9397-08002B2CF9AE}" pid="3" name="MediaServiceImageTags">
    <vt:lpwstr/>
  </property>
</Properties>
</file>